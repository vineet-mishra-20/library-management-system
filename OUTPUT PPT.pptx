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EFBFB-2C31-9F71-6671-9FF7A1023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E8FCB-AD29-B644-692E-1E6C65795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C5490-1D2B-6171-CDE9-05CBDACED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3A96-5FD0-4BCE-BE13-50F1A63A064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E3943-6D83-21A8-50D5-DA3297393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D2DB7-8486-5D34-08B2-9011406C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EB9-9052-4374-B3AF-FCC469BE7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96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2640F-303C-5866-409E-479E6C136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FDE2D-96FB-2059-6D70-1DAAA65E2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3D601-E2B9-8161-06FF-4D9376A7C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3A96-5FD0-4BCE-BE13-50F1A63A064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A1308-799C-C655-F7D5-C657FFB5C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B7A74-8778-4856-0919-866238D2C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EB9-9052-4374-B3AF-FCC469BE7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634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88D8-CDD7-F754-E4F1-24058E468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638F7-CFE2-D136-BC9B-42FE1DAE6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8A402-F122-9605-4BB4-D007F4B9E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3A96-5FD0-4BCE-BE13-50F1A63A064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0F4DF-4DE7-7BDB-8CB0-D1C2D8D1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02D4A-5055-9A23-5EB2-5D589BEDA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EB9-9052-4374-B3AF-FCC469BE7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59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A5D2-9E45-9810-15C4-B4C70184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AB9D3-30C5-FE1A-4EE6-194C737D69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26440-88AC-30DB-3084-A7C9E57E4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F6BD2-5B03-3FC6-66BA-9BA55C1AD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3A96-5FD0-4BCE-BE13-50F1A63A064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D388E-1341-157F-2FED-034DD8FE7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5E124-1A17-2552-C154-6B2DEC808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EB9-9052-4374-B3AF-FCC469BE7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85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3DBC9-2790-D30A-B7F9-6AEA522D9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975EF-9625-9106-A255-7E4D3BBF6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374B8-BA14-57CB-2F4B-96E811ADF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6BFE3-11F3-330A-D4EB-71D5B25486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270A1D-C981-8AFB-44DE-31525AC495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76661-7183-B5DF-36D4-CD9E1827A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3A96-5FD0-4BCE-BE13-50F1A63A064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B7FD8-6796-7923-66CF-9FFD48A9A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0987B7-318B-4F26-A0DE-46A77457F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EB9-9052-4374-B3AF-FCC469BE7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27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BB0A0-8FCB-CD2C-D010-BC29E45A7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3EA45F-91C0-870E-4F40-A8D110036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3A96-5FD0-4BCE-BE13-50F1A63A064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EF066E-B8A7-B00A-B28C-ED6087E2B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A9A2B-92B7-3FD0-89A7-ECCEC270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EB9-9052-4374-B3AF-FCC469BE7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940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2E110F-E8F3-0D15-EED8-597C487A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3A96-5FD0-4BCE-BE13-50F1A63A064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8D54E-C1E6-89E9-1D2B-3EE85A45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3143E-35CA-14EB-5087-2D451188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EB9-9052-4374-B3AF-FCC469BE7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65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5CAA7-2619-6EB6-2F7B-0C4825A5E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C00FA-2550-A135-6B37-06932ADD3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A528D-9568-6199-8140-94994F2C1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F1890-786E-5FD2-41D0-112A8994B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3A96-5FD0-4BCE-BE13-50F1A63A064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DE99D-5D69-C423-4631-A894764EC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E0F5D-3B6E-8D6C-FA85-DFCEF04F9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EB9-9052-4374-B3AF-FCC469BE7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952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7950-F338-7A3F-A462-9E8ABF24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757D5-CE67-2E87-EAFC-57D2D2E18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EB93A-E58C-FADD-0C8B-3B5537BC2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E25EE-FF44-F4BC-B729-F7C934376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3A96-5FD0-4BCE-BE13-50F1A63A064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03E28-2BEE-490C-5034-EC0CB948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EA64D-C9D8-44BF-57C2-655158DF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EB9-9052-4374-B3AF-FCC469BE7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401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94FB-5FB1-F4CE-73A9-1DBE2A262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F0AEF-A287-33A6-E0F1-71D9E5004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28F93-61D8-89C9-8326-612A75D1D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3A96-5FD0-4BCE-BE13-50F1A63A064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33869-C763-379F-4D73-89AE2E7C1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25D33-AB27-CA7A-D7C3-4A31F2802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EB9-9052-4374-B3AF-FCC469BE7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76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8BC2A1-B2E5-BE34-4FBD-7763F9ADE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C9ABD2-CC6A-4CB7-54FF-AFD81DAC7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09758-4847-6A64-9AF8-C30F5787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13A96-5FD0-4BCE-BE13-50F1A63A064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D09C6-C5C0-E87B-A38A-BDF42720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7BE82-66DA-9678-B2DE-4836943A7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6DEB9-9052-4374-B3AF-FCC469BE7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04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5F83D3-AFB9-F969-BD65-A09FA865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75C20-63AD-C896-BD1F-B88DEA274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39EED-4E42-9ED2-4AA9-7C1436870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13A96-5FD0-4BCE-BE13-50F1A63A064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5F876-132D-875C-1736-54549DB4B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61457-78CE-12B0-5EBE-5C111EF01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6DEB9-9052-4374-B3AF-FCC469BE7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81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A8CA-B053-FF2C-F811-FA68B3235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1053496" flipH="1">
            <a:off x="1566630" y="3256608"/>
            <a:ext cx="83963" cy="45719"/>
          </a:xfrm>
        </p:spPr>
        <p:txBody>
          <a:bodyPr>
            <a:normAutofit fontScale="90000"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1DCB2-A723-19C3-5C0D-6E364B7DF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>
            <a:off x="1524000" y="5212080"/>
            <a:ext cx="128155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7A25F2-708E-59E0-417A-91647AB01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2"/>
            <a:ext cx="12192000" cy="386510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49F216A-5FE2-51CA-0E25-2A16CA594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677407"/>
              </p:ext>
            </p:extLst>
          </p:nvPr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6247815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LIBRARY MANAGEMENT SYSTEM -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76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46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F9F01-F567-892E-EB1F-FE865756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699E-167E-A2BC-937B-18ACEACF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19FBF7-6A04-9DFD-CC9C-0ABF02A3B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86" y="172973"/>
            <a:ext cx="5777314" cy="6052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D436BA-FEB8-2FDD-7A2E-97AAC4541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680" y="681037"/>
            <a:ext cx="5471634" cy="461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68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6A7F4-AADB-C52A-FBB7-DF7DED847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00" dirty="0"/>
              <a:t>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9A153-0155-BB84-035B-BD8CA86CA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00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BF042-9CB3-65C2-099E-A6AD0D521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08" y="91151"/>
            <a:ext cx="5540220" cy="667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59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</vt:lpstr>
      <vt:lpstr>;</vt:lpstr>
      <vt:lpstr>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VINEET MISHRA</dc:creator>
  <cp:lastModifiedBy>VINEET MISHRA</cp:lastModifiedBy>
  <cp:revision>1</cp:revision>
  <dcterms:created xsi:type="dcterms:W3CDTF">2026-03-23T15:55:29Z</dcterms:created>
  <dcterms:modified xsi:type="dcterms:W3CDTF">2026-03-23T16:02:05Z</dcterms:modified>
</cp:coreProperties>
</file>